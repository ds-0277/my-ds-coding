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9" r:id="rId1"/>
  </p:sldMasterIdLst>
  <p:notesMasterIdLst>
    <p:notesMasterId r:id="rId7"/>
  </p:notesMasterIdLst>
  <p:sldIdLst>
    <p:sldId id="256" r:id="rId2"/>
    <p:sldId id="258" r:id="rId3"/>
    <p:sldId id="259" r:id="rId4"/>
    <p:sldId id="263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95"/>
    <p:restoredTop sz="94556"/>
  </p:normalViewPr>
  <p:slideViewPr>
    <p:cSldViewPr snapToGrid="0">
      <p:cViewPr varScale="1">
        <p:scale>
          <a:sx n="111" d="100"/>
          <a:sy n="111" d="100"/>
        </p:scale>
        <p:origin x="23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E0D74-F540-0B4B-8289-4EBC13976199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09263-0E84-D64B-ABDD-1FBA5621AB16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067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08C7-8D83-60F4-7854-20EB788B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7F263-7117-2049-7622-59AE02F77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234D1-9230-8180-622A-081089216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13AA-623E-6A20-4E50-53066E39A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057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28CE-0BB6-E26E-B40E-A88B824B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C620D-813F-1FC0-9C53-C2A868B2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3EF69-AA3A-382D-8BFD-F08020BD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85A61-EE94-27B6-1F07-35CC85A6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17473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373D-9617-0756-F268-49571266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8C369-BADF-8BDB-1BF1-FD78E6E6F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3BC27-FB1A-95AC-813B-2E8DF567E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9C298-30E4-4AC1-7110-8E9A1E2A2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71219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48C-1D92-C56D-2023-7FDE61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BFF45-4302-0D94-827C-F3AA4F34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1F08-8EC4-FB6B-11D2-F4B6E49E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5D16-1C31-D6EE-56E1-E3AF3077E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037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155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8138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311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5425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3879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0087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9212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378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599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627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883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06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50950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26945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5780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51068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5091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287913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1DB6-5D5B-1FA4-7DF3-AC94425F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1" y="484912"/>
            <a:ext cx="11910646" cy="4767026"/>
          </a:xfrm>
        </p:spPr>
        <p:txBody>
          <a:bodyPr>
            <a:normAutofit/>
          </a:bodyPr>
          <a:lstStyle/>
          <a:p>
            <a:r>
              <a:rPr lang="en-KH" sz="2000" dirty="0"/>
              <a:t>Tech Interview Prep:</a:t>
            </a:r>
            <a:br>
              <a:rPr lang="en-KH" sz="2000" dirty="0"/>
            </a:br>
            <a:br>
              <a:rPr lang="en-KH" sz="2000" dirty="0"/>
            </a:br>
            <a:r>
              <a:rPr lang="en-KH" sz="2000" b="1" dirty="0"/>
              <a:t>CDNs, Load Balancers, and Secure Connectivity</a:t>
            </a:r>
            <a:br>
              <a:rPr lang="en-KH" sz="2000" b="1" dirty="0"/>
            </a:br>
            <a:br>
              <a:rPr lang="en-KH" sz="2000" b="1" dirty="0"/>
            </a:br>
            <a:r>
              <a:rPr lang="en-KH" sz="2000" b="1" dirty="0"/>
              <a:t> </a:t>
            </a:r>
            <a:br>
              <a:rPr lang="en-KH" sz="2000" b="1" dirty="0"/>
            </a:br>
            <a:br>
              <a:rPr lang="en-KH" sz="2000" dirty="0"/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1: Content Delivery Networks (CDNs) &amp; Edge Performance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2: Load Balancers: Traffic Distribution &amp; Availability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3: Virtual Private Networks (VPNs) in System Architecture</a:t>
            </a: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br>
              <a:rPr lang="en-KH" sz="2000" dirty="0">
                <a:solidFill>
                  <a:schemeClr val="tx1">
                    <a:alpha val="90000"/>
                  </a:schemeClr>
                </a:solidFill>
              </a:rPr>
            </a:br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4: Architecture Synthesis</a:t>
            </a:r>
            <a:br>
              <a:rPr lang="en-KH" sz="2000" dirty="0"/>
            </a:br>
            <a:endParaRPr lang="en-KH" sz="2200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544B9-B0E6-1AD5-4828-1D09436C6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720862"/>
            <a:ext cx="7289245" cy="808372"/>
          </a:xfrm>
        </p:spPr>
        <p:txBody>
          <a:bodyPr>
            <a:normAutofit lnSpcReduction="10000"/>
          </a:bodyPr>
          <a:lstStyle/>
          <a:p>
            <a:r>
              <a:rPr lang="en-KH" dirty="0"/>
              <a:t>Name: Dara Sen</a:t>
            </a:r>
          </a:p>
          <a:p>
            <a:r>
              <a:rPr lang="en-KH" dirty="0"/>
              <a:t>Class: AD371 (A</a:t>
            </a:r>
            <a:r>
              <a:rPr lang="en-US" dirty="0"/>
              <a:t>p</a:t>
            </a:r>
            <a:r>
              <a:rPr lang="en-KH" dirty="0"/>
              <a:t>plication architecture)</a:t>
            </a:r>
          </a:p>
        </p:txBody>
      </p:sp>
    </p:spTree>
    <p:extLst>
      <p:ext uri="{BB962C8B-B14F-4D97-AF65-F5344CB8AC3E}">
        <p14:creationId xmlns:p14="http://schemas.microsoft.com/office/powerpoint/2010/main" val="318705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832D-D25D-873F-DB60-1D4408C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84E2-C9BD-F9CE-3D1F-3191FEE9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1: Content Delivery Networks (CDNs) &amp; Edge Performance </a:t>
            </a:r>
            <a:endParaRPr lang="en-KH" sz="2000" dirty="0">
              <a:latin typeface="Century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1EBD6-A89D-C1DE-B7DF-9B0D3D014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12" y="1053297"/>
            <a:ext cx="9499576" cy="53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F2E-0A92-3FB6-DF83-C568D65F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2430-C268-0B65-E544-A876BEBF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2: Load Balancers: Traffic Distribution &amp; Availability</a:t>
            </a:r>
            <a:endParaRPr lang="en-KH" sz="2000" dirty="0">
              <a:latin typeface="Century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0B4AC-567E-F2E5-36BB-5A9933E0B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140" y="1165185"/>
            <a:ext cx="9117720" cy="513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0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F0EB-3599-41B5-D883-38B62466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F9AC-F532-06E8-87EA-247A29065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3: Virtual Private Networks (VPNs) in System Architecture</a:t>
            </a:r>
            <a:endParaRPr lang="en-KH" sz="2000" dirty="0">
              <a:latin typeface="Century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A34092-14FC-3E69-48F5-4B2475E10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84" y="1099595"/>
            <a:ext cx="8947231" cy="503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75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3696-A692-F710-841F-4F1B199E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7EC3-E83C-E12F-AE78-454C065A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solidFill>
                  <a:schemeClr val="tx1">
                    <a:alpha val="90000"/>
                  </a:schemeClr>
                </a:solidFill>
              </a:rPr>
              <a:t>Section 4: Architecture Synthesis</a:t>
            </a:r>
            <a:endParaRPr lang="en-KH" sz="2000" dirty="0">
              <a:latin typeface="Century" panose="020406040505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37DB6-682B-9F74-FA61-F485499AAD6C}"/>
              </a:ext>
            </a:extLst>
          </p:cNvPr>
          <p:cNvSpPr txBox="1"/>
          <p:nvPr/>
        </p:nvSpPr>
        <p:spPr>
          <a:xfrm>
            <a:off x="609600" y="1192696"/>
            <a:ext cx="9392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CDN – improves speed by serving content close to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Load Balancer – improves reliability by distributing traffic across healthy servers.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VPN – protects private administrative and infrastructure access.</a:t>
            </a:r>
          </a:p>
        </p:txBody>
      </p:sp>
    </p:spTree>
    <p:extLst>
      <p:ext uri="{BB962C8B-B14F-4D97-AF65-F5344CB8AC3E}">
        <p14:creationId xmlns:p14="http://schemas.microsoft.com/office/powerpoint/2010/main" val="1341404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9A61C8D-650B-4B4C-892E-D4D4528490F6}">
  <we:reference id="WA200010215" version="2.0.0.1" store="Omex" storeType="OMEX"/>
  <we:alternateReferences>
    <we:reference id="WA200010215" version="2.0.0.1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5943C13-98E0-664B-B649-8D6A62EFA20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f9f1eec-d4f0-4f9a-a0eb-27421a8416ac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EF8C04-6B26-5E4C-93F2-369FA08309A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ed8ce58-00b1-405b-a940-a66239074d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4717</TotalTime>
  <Words>153</Words>
  <Application>Microsoft Macintosh PowerPoint</Application>
  <PresentationFormat>Widescreen</PresentationFormat>
  <Paragraphs>16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Century</vt:lpstr>
      <vt:lpstr>Century Gothic</vt:lpstr>
      <vt:lpstr>Wingdings 3</vt:lpstr>
      <vt:lpstr>Ion</vt:lpstr>
      <vt:lpstr>Tech Interview Prep:  CDNs, Load Balancers, and Secure Connectivity     Section 1: Content Delivery Networks (CDNs) &amp; Edge Performance  Section 2: Load Balancers: Traffic Distribution &amp; Availability  Section 3: Virtual Private Networks (VPNs) in System Architecture  Section 4: Architecture Synthesis </vt:lpstr>
      <vt:lpstr>Section 1: Content Delivery Networks (CDNs) &amp; Edge Performance </vt:lpstr>
      <vt:lpstr>Section 2: Load Balancers: Traffic Distribution &amp; Availability</vt:lpstr>
      <vt:lpstr>Section 3: Virtual Private Networks (VPNs) in System Architecture</vt:lpstr>
      <vt:lpstr>Section 4: Architecture Synthesis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 Dara</dc:creator>
  <cp:lastModifiedBy>Sen Dara</cp:lastModifiedBy>
  <cp:revision>14</cp:revision>
  <dcterms:created xsi:type="dcterms:W3CDTF">2026-10-08T05:19:11Z</dcterms:created>
  <dcterms:modified xsi:type="dcterms:W3CDTF">2026-10-29T22:06:00Z</dcterms:modified>
</cp:coreProperties>
</file>