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9" r:id="rId1"/>
  </p:sldMasterIdLst>
  <p:notesMasterIdLst>
    <p:notesMasterId r:id="rId6"/>
  </p:notesMasterIdLst>
  <p:sldIdLst>
    <p:sldId id="256" r:id="rId2"/>
    <p:sldId id="258" r:id="rId3"/>
    <p:sldId id="259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79"/>
    <p:restoredTop sz="94628"/>
  </p:normalViewPr>
  <p:slideViewPr>
    <p:cSldViewPr snapToGrid="0">
      <p:cViewPr varScale="1">
        <p:scale>
          <a:sx n="114" d="100"/>
          <a:sy n="114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E0D74-F540-0B4B-8289-4EBC13976199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09263-0E84-D64B-ABDD-1FBA5621AB16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50672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08C7-8D83-60F4-7854-20EB788B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7F263-7117-2049-7622-59AE02F77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234D1-9230-8180-622A-081089216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F13AA-623E-6A20-4E50-53066E39A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2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90576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328CE-0BB6-E26E-B40E-A88B824B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C620D-813F-1FC0-9C53-C2A868B2D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3EF69-AA3A-382D-8BFD-F08020BDB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85A61-EE94-27B6-1F07-35CC85A63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3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17473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E48C-1D92-C56D-2023-7FDE61E7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BFF45-4302-0D94-827C-F3AA4F347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11F08-8EC4-FB6B-11D2-F4B6E49EF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55D16-1C31-D6EE-56E1-E3AF3077E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4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0375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61551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28138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93116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25425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038796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30087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92124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3789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5599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9627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48834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4064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050950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26945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657808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051068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35091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H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2E9089-F0D7-D343-B75E-13BEDC86ED40}" type="datetimeFigureOut">
              <a:rPr lang="en-KH" smtClean="0"/>
              <a:t>10/10/26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287913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  <p:sldLayoutId id="2147484041" r:id="rId12"/>
    <p:sldLayoutId id="2147484042" r:id="rId13"/>
    <p:sldLayoutId id="2147484043" r:id="rId14"/>
    <p:sldLayoutId id="2147484044" r:id="rId15"/>
    <p:sldLayoutId id="2147484045" r:id="rId16"/>
    <p:sldLayoutId id="214748404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1DB6-5D5B-1FA4-7DF3-AC94425F3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231" y="484912"/>
            <a:ext cx="11910646" cy="4767026"/>
          </a:xfrm>
        </p:spPr>
        <p:txBody>
          <a:bodyPr>
            <a:normAutofit/>
          </a:bodyPr>
          <a:lstStyle/>
          <a:p>
            <a:pPr algn="l"/>
            <a:r>
              <a:rPr lang="en-KH" sz="2000" dirty="0"/>
              <a:t>Tech Interview Prep:</a:t>
            </a:r>
            <a:br>
              <a:rPr lang="en-KH" sz="2000" dirty="0"/>
            </a:br>
            <a:br>
              <a:rPr lang="en-KH" sz="2000" dirty="0"/>
            </a:br>
            <a:r>
              <a:rPr lang="en-KH" sz="2000" b="1" dirty="0"/>
              <a:t>Architectural Styles &amp; Event-Driven Systems</a:t>
            </a:r>
            <a:br>
              <a:rPr lang="en-KH" sz="2000" b="1" dirty="0"/>
            </a:br>
            <a:br>
              <a:rPr lang="en-KH" sz="2000" b="1" dirty="0"/>
            </a:br>
            <a:r>
              <a:rPr lang="en-KH" sz="2000" b="1" dirty="0"/>
              <a:t> </a:t>
            </a:r>
            <a:br>
              <a:rPr lang="en-KH" sz="2000" b="1" dirty="0"/>
            </a:br>
            <a:br>
              <a:rPr lang="en-KH" sz="2000" dirty="0"/>
            </a:b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1: Monolithic vs. Microservices Architectures</a:t>
            </a: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2: Event-Driven Architecture (EDA) &amp; Asynchronous Decoupling</a:t>
            </a: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3: The Recommendation / Synthesis</a:t>
            </a:r>
            <a:br>
              <a:rPr lang="en-KH" sz="2000" dirty="0"/>
            </a:br>
            <a:br>
              <a:rPr lang="en-KH" sz="2000" dirty="0"/>
            </a:br>
            <a:br>
              <a:rPr lang="en-KH" sz="2000" dirty="0"/>
            </a:br>
            <a:endParaRPr lang="en-KH" sz="2200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544B9-B0E6-1AD5-4828-1D09436C6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720862"/>
            <a:ext cx="7289245" cy="808372"/>
          </a:xfrm>
        </p:spPr>
        <p:txBody>
          <a:bodyPr>
            <a:normAutofit lnSpcReduction="10000"/>
          </a:bodyPr>
          <a:lstStyle/>
          <a:p>
            <a:r>
              <a:rPr lang="en-KH" dirty="0"/>
              <a:t>Name: Dara Sen</a:t>
            </a:r>
          </a:p>
          <a:p>
            <a:r>
              <a:rPr lang="en-KH" dirty="0"/>
              <a:t>Class: AD371 (A</a:t>
            </a:r>
            <a:r>
              <a:rPr lang="en-US" dirty="0"/>
              <a:t>p</a:t>
            </a:r>
            <a:r>
              <a:rPr lang="en-KH" dirty="0"/>
              <a:t>plication architecture)</a:t>
            </a:r>
          </a:p>
        </p:txBody>
      </p:sp>
    </p:spTree>
    <p:extLst>
      <p:ext uri="{BB962C8B-B14F-4D97-AF65-F5344CB8AC3E}">
        <p14:creationId xmlns:p14="http://schemas.microsoft.com/office/powerpoint/2010/main" val="3187057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832D-D25D-873F-DB60-1D4408CC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84E2-C9BD-F9CE-3D1F-3191FEE98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Section 1: Monolithic vs. Microservices Architectures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1964B-D3DA-C62E-3B39-456C15B4E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32" y="948972"/>
            <a:ext cx="10420932" cy="554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0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BF2E-0A92-3FB6-DF83-C568D65F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2430-C268-0B65-E544-A876BEBF8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Section 2: Event-Driven Architecture (EDA) &amp; Asynchronous Decoupling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5764B8-591E-0CEE-3F20-EEFACCF5D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0" y="893646"/>
            <a:ext cx="9856985" cy="560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0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13696-A692-F710-841F-4F1B199E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7EC3-E83C-E12F-AE78-454C065A2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Section 3: The Recommendation / Synthesis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37DB6-682B-9F74-FA61-F485499AAD6C}"/>
              </a:ext>
            </a:extLst>
          </p:cNvPr>
          <p:cNvSpPr txBox="1"/>
          <p:nvPr/>
        </p:nvSpPr>
        <p:spPr>
          <a:xfrm>
            <a:off x="609600" y="1192696"/>
            <a:ext cx="9130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Evolve architecture gradually (modular monolith </a:t>
            </a:r>
            <a:r>
              <a:rPr lang="en-KH" dirty="0">
                <a:latin typeface="Century" panose="02040604050505020304" pitchFamily="18" charset="0"/>
                <a:sym typeface="Wingdings" pitchFamily="2" charset="2"/>
              </a:rPr>
              <a:t> microservices)</a:t>
            </a:r>
            <a:endParaRPr lang="en-KH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H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Move to microservices when there are actual needs, different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H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Use event-driven architecture for work that does not need an immediate response (e.g. sending confirmation emails, updating loyalties points, etc.)</a:t>
            </a:r>
          </a:p>
        </p:txBody>
      </p:sp>
    </p:spTree>
    <p:extLst>
      <p:ext uri="{BB962C8B-B14F-4D97-AF65-F5344CB8AC3E}">
        <p14:creationId xmlns:p14="http://schemas.microsoft.com/office/powerpoint/2010/main" val="13414042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E9A61C8D-650B-4B4C-892E-D4D4528490F6}">
  <we:reference id="WA200010215" version="2.0.0.1" store="Omex" storeType="OMEX"/>
  <we:alternateReferences>
    <we:reference id="WA200010215" version="2.0.0.1" store="WA200010215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5943C13-98E0-664B-B649-8D6A62EFA207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f9f1eec-d4f0-4f9a-a0eb-27421a8416ac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7EF8C04-6B26-5E4C-93F2-369FA08309A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ed8ce58-00b1-405b-a940-a66239074de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2163</TotalTime>
  <Words>138</Words>
  <Application>Microsoft Macintosh PowerPoint</Application>
  <PresentationFormat>Widescreen</PresentationFormat>
  <Paragraphs>14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Century</vt:lpstr>
      <vt:lpstr>Century Gothic</vt:lpstr>
      <vt:lpstr>Wingdings 3</vt:lpstr>
      <vt:lpstr>Ion</vt:lpstr>
      <vt:lpstr>Tech Interview Prep:  Architectural Styles &amp; Event-Driven Systems     Section 1: Monolithic vs. Microservices Architectures  Section 2: Event-Driven Architecture (EDA) &amp; Asynchronous Decoupling  Section 3: The Recommendation / Synthesis   </vt:lpstr>
      <vt:lpstr>Section 1: Monolithic vs. Microservices Architectures</vt:lpstr>
      <vt:lpstr>Section 2: Event-Driven Architecture (EDA) &amp; Asynchronous Decoupling</vt:lpstr>
      <vt:lpstr>Section 3: The Recommendation / Synthesis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 Dara</dc:creator>
  <cp:lastModifiedBy>Sen Dara</cp:lastModifiedBy>
  <cp:revision>5</cp:revision>
  <dcterms:created xsi:type="dcterms:W3CDTF">2026-10-08T05:19:11Z</dcterms:created>
  <dcterms:modified xsi:type="dcterms:W3CDTF">2026-10-11T18:27:16Z</dcterms:modified>
</cp:coreProperties>
</file>