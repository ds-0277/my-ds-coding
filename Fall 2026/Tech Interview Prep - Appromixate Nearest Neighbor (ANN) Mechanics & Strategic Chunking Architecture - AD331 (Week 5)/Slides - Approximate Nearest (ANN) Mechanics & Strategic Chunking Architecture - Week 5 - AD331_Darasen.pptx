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29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89"/>
    <p:restoredTop sz="94595"/>
  </p:normalViewPr>
  <p:slideViewPr>
    <p:cSldViewPr snapToGrid="0">
      <p:cViewPr varScale="1">
        <p:scale>
          <a:sx n="122" d="100"/>
          <a:sy n="122" d="100"/>
        </p:scale>
        <p:origin x="216" y="1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E0D74-F540-0B4B-8289-4EBC13976199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E09263-0E84-D64B-ABDD-1FBA5621AB16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450672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308C7-8D83-60F4-7854-20EB788B7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77F263-7117-2049-7622-59AE02F77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B234D1-9230-8180-622A-081089216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F13AA-623E-6A20-4E50-53066E39A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09263-0E84-D64B-ABDD-1FBA5621AB16}" type="slidenum">
              <a:rPr lang="en-KH" smtClean="0"/>
              <a:t>2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690576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328CE-0BB6-E26E-B40E-A88B824B2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EC620D-813F-1FC0-9C53-C2A868B2D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D3EF69-AA3A-382D-8BFD-F08020BDB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85A61-EE94-27B6-1F07-35CC85A63F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09263-0E84-D64B-ABDD-1FBA5621AB16}" type="slidenum">
              <a:rPr lang="en-KH" smtClean="0"/>
              <a:t>3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617473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95669-409A-57C9-52A2-2BE4FAB77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5365DD-8FD9-58D9-0B96-54641D476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4F6A30-B220-1395-1CDB-C529FE05E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5D133-0C2A-7D80-2EAC-D3347691A0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09263-0E84-D64B-ABDD-1FBA5621AB16}" type="slidenum">
              <a:rPr lang="en-KH" smtClean="0"/>
              <a:t>4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200652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5E96F-5B0B-D2A0-D2D5-809689737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7DF4C-3C61-1E9A-0C54-00E01D54C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8D9C16-EC0F-8C26-5C4A-FD141EFF0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42FAAD-10A6-E82A-E243-D3C52A3556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09263-0E84-D64B-ABDD-1FBA5621AB16}" type="slidenum">
              <a:rPr lang="en-KH" smtClean="0"/>
              <a:t>5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442470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0E48C-1D92-C56D-2023-7FDE61E73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0BFF45-4302-0D94-827C-F3AA4F347B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11F08-8EC4-FB6B-11D2-F4B6E49EF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55D16-1C31-D6EE-56E1-E3AF3077E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E09263-0E84-D64B-ABDD-1FBA5621AB16}" type="slidenum">
              <a:rPr lang="en-KH" smtClean="0"/>
              <a:t>6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40375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261551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281389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693116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254250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038796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300876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921242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53789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45599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96272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4488346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4064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0509504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526945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1657808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3051068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2350914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H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KH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82E9089-F0D7-D343-B75E-13BEDC86ED40}" type="datetimeFigureOut">
              <a:rPr lang="en-KH" smtClean="0"/>
              <a:t>28/10/26</a:t>
            </a:fld>
            <a:endParaRPr lang="en-K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K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A8EB23-9884-9F43-BB57-368414B045BF}" type="slidenum">
              <a:rPr lang="en-KH" smtClean="0"/>
              <a:t>‹#›</a:t>
            </a:fld>
            <a:endParaRPr lang="en-KH"/>
          </a:p>
        </p:txBody>
      </p:sp>
    </p:spTree>
    <p:extLst>
      <p:ext uri="{BB962C8B-B14F-4D97-AF65-F5344CB8AC3E}">
        <p14:creationId xmlns:p14="http://schemas.microsoft.com/office/powerpoint/2010/main" val="42879130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30" r:id="rId1"/>
    <p:sldLayoutId id="2147484031" r:id="rId2"/>
    <p:sldLayoutId id="2147484032" r:id="rId3"/>
    <p:sldLayoutId id="2147484033" r:id="rId4"/>
    <p:sldLayoutId id="2147484034" r:id="rId5"/>
    <p:sldLayoutId id="2147484035" r:id="rId6"/>
    <p:sldLayoutId id="2147484036" r:id="rId7"/>
    <p:sldLayoutId id="2147484037" r:id="rId8"/>
    <p:sldLayoutId id="2147484038" r:id="rId9"/>
    <p:sldLayoutId id="2147484039" r:id="rId10"/>
    <p:sldLayoutId id="2147484040" r:id="rId11"/>
    <p:sldLayoutId id="2147484041" r:id="rId12"/>
    <p:sldLayoutId id="2147484042" r:id="rId13"/>
    <p:sldLayoutId id="2147484043" r:id="rId14"/>
    <p:sldLayoutId id="2147484044" r:id="rId15"/>
    <p:sldLayoutId id="2147484045" r:id="rId16"/>
    <p:sldLayoutId id="214748404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C1DB6-5D5B-1FA4-7DF3-AC94425F3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231" y="484912"/>
            <a:ext cx="11910646" cy="4767026"/>
          </a:xfrm>
        </p:spPr>
        <p:txBody>
          <a:bodyPr>
            <a:normAutofit/>
          </a:bodyPr>
          <a:lstStyle/>
          <a:p>
            <a:pPr algn="l"/>
            <a:r>
              <a:rPr lang="en-KH" sz="2000" dirty="0"/>
              <a:t>Tech Interview Prep:</a:t>
            </a:r>
            <a:br>
              <a:rPr lang="en-KH" sz="2000" dirty="0"/>
            </a:br>
            <a:br>
              <a:rPr lang="en-KH" sz="2000" dirty="0"/>
            </a:br>
            <a:r>
              <a:rPr lang="en-KH" sz="2000" b="1" dirty="0"/>
              <a:t>Approximate Nearest Neighbor (ANN) Mechanics &amp; Strategic Chunking Architecture</a:t>
            </a:r>
            <a:br>
              <a:rPr lang="en-KH" sz="2000" b="1" dirty="0"/>
            </a:br>
            <a:br>
              <a:rPr lang="en-KH" sz="2000" b="1" dirty="0"/>
            </a:br>
            <a:r>
              <a:rPr lang="en-KH" sz="2000" dirty="0"/>
              <a:t>“How does an approximate nearest neighbor (ANN) search work, and how do you choose optimal chunk sizes for technical versus narrative documentation?”</a:t>
            </a:r>
            <a:br>
              <a:rPr lang="en-KH" sz="2000" dirty="0"/>
            </a:br>
            <a:br>
              <a:rPr lang="en-KH" sz="2000" dirty="0"/>
            </a:br>
            <a:br>
              <a:rPr lang="en-KH" sz="2000" dirty="0"/>
            </a:br>
            <a:r>
              <a:rPr lang="en-KH" sz="2000" dirty="0"/>
              <a:t>1) The Mathematical &amp; Algorithmic Mechanics of ANN (HNSW &amp; IVF-PQ)</a:t>
            </a:r>
            <a:br>
              <a:rPr lang="en-KH" sz="2000" dirty="0"/>
            </a:br>
            <a:r>
              <a:rPr lang="en-KH" sz="2000" dirty="0"/>
              <a:t>2) The Recall-Latency-Memory Trade-off Frontier</a:t>
            </a:r>
            <a:br>
              <a:rPr lang="en-KH" sz="2000" dirty="0"/>
            </a:br>
            <a:r>
              <a:rPr lang="en-KH" sz="2000" dirty="0"/>
              <a:t>3) Strategic Chunking Architectures: Technical APIs vs. Narrative Prose</a:t>
            </a:r>
            <a:br>
              <a:rPr lang="en-KH" sz="2000" dirty="0"/>
            </a:br>
            <a:r>
              <a:rPr lang="en-KH" sz="2000" dirty="0"/>
              <a:t>4) Advanced Production Patterns (Parent-Child &amp; Contextual Ingestion)</a:t>
            </a:r>
            <a:br>
              <a:rPr lang="en-KH" sz="2000" dirty="0"/>
            </a:br>
            <a:br>
              <a:rPr lang="en-KH" sz="2000" b="1" dirty="0"/>
            </a:br>
            <a:br>
              <a:rPr lang="en-KH" sz="2000" b="1" dirty="0"/>
            </a:br>
            <a:endParaRPr lang="en-KH" sz="2200" dirty="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7544B9-B0E6-1AD5-4828-1D09436C6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720862"/>
            <a:ext cx="7289245" cy="808372"/>
          </a:xfrm>
        </p:spPr>
        <p:txBody>
          <a:bodyPr>
            <a:normAutofit lnSpcReduction="10000"/>
          </a:bodyPr>
          <a:lstStyle/>
          <a:p>
            <a:r>
              <a:rPr lang="en-KH" dirty="0"/>
              <a:t>Name: Dara Sen</a:t>
            </a:r>
          </a:p>
          <a:p>
            <a:r>
              <a:rPr lang="en-KH" dirty="0"/>
              <a:t>Class: AD331 (Artificial Intelligence)</a:t>
            </a:r>
          </a:p>
        </p:txBody>
      </p:sp>
    </p:spTree>
    <p:extLst>
      <p:ext uri="{BB962C8B-B14F-4D97-AF65-F5344CB8AC3E}">
        <p14:creationId xmlns:p14="http://schemas.microsoft.com/office/powerpoint/2010/main" val="3187057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4832D-D25D-873F-DB60-1D4408CCE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B84E2-C9BD-F9CE-3D1F-3191FEE98A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09600"/>
          </a:xfrm>
        </p:spPr>
        <p:txBody>
          <a:bodyPr>
            <a:normAutofit/>
          </a:bodyPr>
          <a:lstStyle/>
          <a:p>
            <a:pPr algn="just"/>
            <a:r>
              <a:rPr lang="en-KH" sz="2000" dirty="0">
                <a:latin typeface="Century" panose="02040604050505020304" pitchFamily="18" charset="0"/>
              </a:rPr>
              <a:t>ANN Search Mechanics (HNSW vs. IVF-PQ)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3E8453-6670-BE7F-8C71-2ABF30491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0" y="838200"/>
            <a:ext cx="9855200" cy="554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506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DBF2E-0A92-3FB6-DF83-C568D65F0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32430-C268-0B65-E544-A876BEBF8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09600"/>
          </a:xfrm>
        </p:spPr>
        <p:txBody>
          <a:bodyPr>
            <a:normAutofit/>
          </a:bodyPr>
          <a:lstStyle/>
          <a:p>
            <a:pPr algn="just"/>
            <a:r>
              <a:rPr lang="en-KH" sz="2000" dirty="0">
                <a:latin typeface="Century" panose="02040604050505020304" pitchFamily="18" charset="0"/>
              </a:rPr>
              <a:t>The Production Trade-Off Frontier: Memory, Recall &amp; Tuning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0006A4-94D5-6392-186F-8329EEC1F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952500"/>
            <a:ext cx="9715500" cy="5464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602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481C5-A708-6EAA-90EE-0B7FB1F51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F4BEC-923D-5486-25BF-9AAF9EF1C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09600"/>
          </a:xfrm>
        </p:spPr>
        <p:txBody>
          <a:bodyPr>
            <a:normAutofit/>
          </a:bodyPr>
          <a:lstStyle/>
          <a:p>
            <a:pPr algn="just"/>
            <a:r>
              <a:rPr lang="en-KH" sz="2000" dirty="0">
                <a:latin typeface="Century" panose="02040604050505020304" pitchFamily="18" charset="0"/>
              </a:rPr>
              <a:t>Strategic Chunking: Technical vs. Narrative Documentation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263238-FFE1-054C-82A4-DC5898232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600" y="876300"/>
            <a:ext cx="9702800" cy="545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782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1138C-BD14-F1F1-2913-28870F93D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AA84-345F-06D2-9CA8-51B1D1CF1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09600"/>
          </a:xfrm>
        </p:spPr>
        <p:txBody>
          <a:bodyPr>
            <a:normAutofit/>
          </a:bodyPr>
          <a:lstStyle/>
          <a:p>
            <a:pPr algn="just"/>
            <a:r>
              <a:rPr lang="en-KH" sz="2000" dirty="0">
                <a:latin typeface="Century" panose="02040604050505020304" pitchFamily="18" charset="0"/>
              </a:rPr>
              <a:t>Advanced Mitigations: Decoupling Retrieval from Context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F23E61-08A8-CEC5-A591-A7BF3B0D9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986" y="1019505"/>
            <a:ext cx="9680028" cy="544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64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13696-A692-F710-841F-4F1B199E8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37EC3-E83C-E12F-AE78-454C065A2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09600"/>
          </a:xfrm>
        </p:spPr>
        <p:txBody>
          <a:bodyPr>
            <a:normAutofit/>
          </a:bodyPr>
          <a:lstStyle/>
          <a:p>
            <a:pPr algn="just"/>
            <a:r>
              <a:rPr lang="en-KH" sz="2000" dirty="0">
                <a:latin typeface="Century" panose="02040604050505020304" pitchFamily="18" charset="0"/>
              </a:rPr>
              <a:t>Summary &amp; Systems Architecture Takeaways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637DB6-682B-9F74-FA61-F485499AAD6C}"/>
              </a:ext>
            </a:extLst>
          </p:cNvPr>
          <p:cNvSpPr txBox="1"/>
          <p:nvPr/>
        </p:nvSpPr>
        <p:spPr>
          <a:xfrm>
            <a:off x="609599" y="1192696"/>
            <a:ext cx="1012613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KH" dirty="0">
                <a:latin typeface="Century" panose="02040604050505020304" pitchFamily="18" charset="0"/>
              </a:rPr>
              <a:t>Understand the trade-off: speed vs. accuracy vs. 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KH" dirty="0">
              <a:latin typeface="Century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H" dirty="0">
                <a:latin typeface="Century" panose="02040604050505020304" pitchFamily="18" charset="0"/>
              </a:rPr>
              <a:t>Cut documents based on types of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KH" dirty="0">
              <a:latin typeface="Century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KH" dirty="0">
                <a:latin typeface="Century" panose="02040604050505020304" pitchFamily="18" charset="0"/>
              </a:rPr>
              <a:t>Search with small pieces but answer with big ones</a:t>
            </a:r>
          </a:p>
        </p:txBody>
      </p:sp>
    </p:spTree>
    <p:extLst>
      <p:ext uri="{BB962C8B-B14F-4D97-AF65-F5344CB8AC3E}">
        <p14:creationId xmlns:p14="http://schemas.microsoft.com/office/powerpoint/2010/main" val="13414042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  <wetp:taskpane dockstate="right" visibility="0" width="350" row="0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E9A61C8D-650B-4B4C-892E-D4D4528490F6}">
  <we:reference id="WA200010215" version="2.0.0.1" store="Omex" storeType="OMEX"/>
  <we:alternateReferences>
    <we:reference id="WA200010215" version="2.0.0.1" store="WA200010215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5943C13-98E0-664B-B649-8D6A62EFA207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7f9f1eec-d4f0-4f9a-a0eb-27421a8416ac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67EF8C04-6B26-5E4C-93F2-369FA08309A6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ed8ce58-00b1-405b-a940-a66239074de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1925</TotalTime>
  <Words>180</Words>
  <Application>Microsoft Macintosh PowerPoint</Application>
  <PresentationFormat>Widescreen</PresentationFormat>
  <Paragraphs>18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Century</vt:lpstr>
      <vt:lpstr>Century Gothic</vt:lpstr>
      <vt:lpstr>Wingdings 3</vt:lpstr>
      <vt:lpstr>Ion</vt:lpstr>
      <vt:lpstr>Tech Interview Prep:  Approximate Nearest Neighbor (ANN) Mechanics &amp; Strategic Chunking Architecture  “How does an approximate nearest neighbor (ANN) search work, and how do you choose optimal chunk sizes for technical versus narrative documentation?”   1) The Mathematical &amp; Algorithmic Mechanics of ANN (HNSW &amp; IVF-PQ) 2) The Recall-Latency-Memory Trade-off Frontier 3) Strategic Chunking Architectures: Technical APIs vs. Narrative Prose 4) Advanced Production Patterns (Parent-Child &amp; Contextual Ingestion)   </vt:lpstr>
      <vt:lpstr>ANN Search Mechanics (HNSW vs. IVF-PQ)</vt:lpstr>
      <vt:lpstr>The Production Trade-Off Frontier: Memory, Recall &amp; Tuning</vt:lpstr>
      <vt:lpstr>Strategic Chunking: Technical vs. Narrative Documentation</vt:lpstr>
      <vt:lpstr>Advanced Mitigations: Decoupling Retrieval from Context</vt:lpstr>
      <vt:lpstr>Summary &amp; Systems Architecture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 Dara</dc:creator>
  <cp:lastModifiedBy>Sen Dara</cp:lastModifiedBy>
  <cp:revision>6</cp:revision>
  <dcterms:created xsi:type="dcterms:W3CDTF">2026-10-08T05:19:11Z</dcterms:created>
  <dcterms:modified xsi:type="dcterms:W3CDTF">2026-10-28T22:51:10Z</dcterms:modified>
</cp:coreProperties>
</file>