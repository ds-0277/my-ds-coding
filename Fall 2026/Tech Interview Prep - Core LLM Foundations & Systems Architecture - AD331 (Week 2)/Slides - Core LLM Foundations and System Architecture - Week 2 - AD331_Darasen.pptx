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9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/>
    <p:restoredTop sz="94619"/>
  </p:normalViewPr>
  <p:slideViewPr>
    <p:cSldViewPr snapToGrid="0">
      <p:cViewPr varScale="1">
        <p:scale>
          <a:sx n="96" d="100"/>
          <a:sy n="96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E0D74-F540-0B4B-8289-4EBC13976199}" type="datetimeFigureOut">
              <a:rPr lang="en-KH" smtClean="0"/>
              <a:t>8/10/26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09263-0E84-D64B-ABDD-1FBA5621AB16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067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08C7-8D83-60F4-7854-20EB788B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7F263-7117-2049-7622-59AE02F77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234D1-9230-8180-622A-081089216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13AA-623E-6A20-4E50-53066E39A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057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28CE-0BB6-E26E-B40E-A88B824B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C620D-813F-1FC0-9C53-C2A868B2D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3EF69-AA3A-382D-8BFD-F08020BD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85A61-EE94-27B6-1F07-35CC85A6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17473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5669-409A-57C9-52A2-2BE4FAB77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365DD-8FD9-58D9-0B96-54641D476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F6A30-B220-1395-1CDB-C529FE05E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5D133-0C2A-7D80-2EAC-D3347691A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00652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E96F-5B0B-D2A0-D2D5-80968973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7DF4C-3C61-1E9A-0C54-00E01D54C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D9C16-EC0F-8C26-5C4A-FD141EFF0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2FAAD-10A6-E82A-E243-D3C52A355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42470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48C-1D92-C56D-2023-7FDE61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BFF45-4302-0D94-827C-F3AA4F34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1F08-8EC4-FB6B-11D2-F4B6E49E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55D16-1C31-D6EE-56E1-E3AF3077E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0375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6155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8138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311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25425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3879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0087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9212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3789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599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627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4883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406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050950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26945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57808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51068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5091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2E9089-F0D7-D343-B75E-13BEDC86ED40}" type="datetimeFigureOut">
              <a:rPr lang="en-KH" smtClean="0"/>
              <a:t>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287913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1DB6-5D5B-1FA4-7DF3-AC94425F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31" y="484912"/>
            <a:ext cx="11910646" cy="4767026"/>
          </a:xfrm>
        </p:spPr>
        <p:txBody>
          <a:bodyPr>
            <a:normAutofit/>
          </a:bodyPr>
          <a:lstStyle/>
          <a:p>
            <a:pPr algn="l"/>
            <a:r>
              <a:rPr lang="en-KH" sz="2000" dirty="0"/>
              <a:t>Tech Interview Prep:</a:t>
            </a:r>
            <a:br>
              <a:rPr lang="en-KH" sz="2000" dirty="0"/>
            </a:br>
            <a:br>
              <a:rPr lang="en-KH" sz="2000" dirty="0"/>
            </a:br>
            <a:r>
              <a:rPr lang="en-KH" sz="2000" b="1" dirty="0"/>
              <a:t>Core LLM Foundations &amp; Systems Architecture</a:t>
            </a:r>
            <a:br>
              <a:rPr lang="en-KH" sz="2000" b="1" dirty="0"/>
            </a:br>
            <a:br>
              <a:rPr lang="en-KH" sz="2000" b="1" dirty="0"/>
            </a:br>
            <a:r>
              <a:rPr lang="en-KH" sz="2000" dirty="0"/>
              <a:t>“Explain how tokenization works, how context window limits affect application architecture, and why Large Language Models exhibit non-deterministic behavior.”</a:t>
            </a:r>
            <a:br>
              <a:rPr lang="en-KH" sz="2000" b="1" dirty="0"/>
            </a:br>
            <a:br>
              <a:rPr lang="en-KH" sz="2000" b="1" dirty="0"/>
            </a:br>
            <a:br>
              <a:rPr lang="en-KH" sz="2000" b="1" dirty="0"/>
            </a:br>
            <a:r>
              <a:rPr lang="en-KH" sz="2000" dirty="0"/>
              <a:t>Title &amp; Architectural Roadmap</a:t>
            </a:r>
            <a:br>
              <a:rPr lang="en-KH" sz="2000" dirty="0"/>
            </a:br>
            <a:br>
              <a:rPr lang="en-KH" sz="2000" dirty="0"/>
            </a:br>
            <a:r>
              <a:rPr lang="en-KH" sz="2000" dirty="0"/>
              <a:t>Title: Deconstructuring the LLM Runtime: Tokenization, Context Scaling, and Determinism</a:t>
            </a:r>
            <a:br>
              <a:rPr lang="en-KH" sz="2000" dirty="0"/>
            </a:br>
            <a:br>
              <a:rPr lang="en-KH" sz="2000" dirty="0"/>
            </a:br>
            <a:r>
              <a:rPr lang="en-KH" sz="2000" dirty="0">
                <a:solidFill>
                  <a:srgbClr val="FF0000">
                    <a:alpha val="90000"/>
                  </a:srgbClr>
                </a:solidFill>
              </a:rPr>
              <a:t>1) Tokenization </a:t>
            </a: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(how text becomes tokens)</a:t>
            </a:r>
            <a:br>
              <a:rPr lang="en-KH" sz="2000" dirty="0"/>
            </a:br>
            <a:r>
              <a:rPr lang="en-KH" sz="2000" dirty="0">
                <a:solidFill>
                  <a:srgbClr val="00B050">
                    <a:alpha val="90000"/>
                  </a:srgbClr>
                </a:solidFill>
              </a:rPr>
              <a:t>2) Context Window </a:t>
            </a: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(why context window has limits)</a:t>
            </a:r>
            <a:br>
              <a:rPr lang="en-KH" sz="2000" dirty="0"/>
            </a:br>
            <a:r>
              <a:rPr lang="en-KH" sz="2000" dirty="0">
                <a:solidFill>
                  <a:srgbClr val="00B0F0">
                    <a:alpha val="90000"/>
                  </a:srgbClr>
                </a:solidFill>
              </a:rPr>
              <a:t>3) Non-Determinism </a:t>
            </a: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(why outputs are different for same</a:t>
            </a:r>
            <a:r>
              <a:rPr lang="en-KH" sz="2200" dirty="0">
                <a:solidFill>
                  <a:schemeClr val="tx1">
                    <a:alpha val="90000"/>
                  </a:schemeClr>
                </a:solidFill>
              </a:rPr>
              <a:t> prompts)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544B9-B0E6-1AD5-4828-1D09436C6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720862"/>
            <a:ext cx="7289245" cy="808372"/>
          </a:xfrm>
        </p:spPr>
        <p:txBody>
          <a:bodyPr>
            <a:normAutofit lnSpcReduction="10000"/>
          </a:bodyPr>
          <a:lstStyle/>
          <a:p>
            <a:r>
              <a:rPr lang="en-KH" dirty="0"/>
              <a:t>Name: Dara Sen</a:t>
            </a:r>
          </a:p>
          <a:p>
            <a:r>
              <a:rPr lang="en-KH" dirty="0"/>
              <a:t>Class: AD331 (Artificial Intelligence)</a:t>
            </a:r>
          </a:p>
        </p:txBody>
      </p:sp>
    </p:spTree>
    <p:extLst>
      <p:ext uri="{BB962C8B-B14F-4D97-AF65-F5344CB8AC3E}">
        <p14:creationId xmlns:p14="http://schemas.microsoft.com/office/powerpoint/2010/main" val="318705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832D-D25D-873F-DB60-1D4408CC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84E2-C9BD-F9CE-3D1F-3191FEE98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Deep-Dive: Tokenization Under the Hood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1BF6C-ADB0-C1DE-BA22-688D15D4E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7" t="5704" r="8579" b="60795"/>
          <a:stretch>
            <a:fillRect/>
          </a:stretch>
        </p:blipFill>
        <p:spPr>
          <a:xfrm>
            <a:off x="450573" y="940904"/>
            <a:ext cx="11118575" cy="549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F2E-0A92-3FB6-DF83-C568D65F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2430-C268-0B65-E544-A876BEBF8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Context Windows: Computational Bounds &amp; Memory Scaling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9BBE4-F9F8-FF91-BEB7-FADF247C4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491" b="59807"/>
          <a:stretch>
            <a:fillRect/>
          </a:stretch>
        </p:blipFill>
        <p:spPr>
          <a:xfrm>
            <a:off x="875396" y="948003"/>
            <a:ext cx="9169752" cy="578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0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81C5-A708-6EAA-90EE-0B7FB1F5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4BEC-923D-5486-25BF-9AAF9EF1C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Application Architecture for Finite &amp; Large Contexts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64C60-29F3-8DF4-095B-011B461371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58" t="11320" r="19829" b="62493"/>
          <a:stretch>
            <a:fillRect/>
          </a:stretch>
        </p:blipFill>
        <p:spPr>
          <a:xfrm>
            <a:off x="841513" y="1842052"/>
            <a:ext cx="10492475" cy="48502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AD782C-E238-1393-8868-1FCCE798B6F6}"/>
              </a:ext>
            </a:extLst>
          </p:cNvPr>
          <p:cNvSpPr txBox="1"/>
          <p:nvPr/>
        </p:nvSpPr>
        <p:spPr>
          <a:xfrm>
            <a:off x="689113" y="861391"/>
            <a:ext cx="10018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sz="1600" dirty="0">
                <a:latin typeface="Century" panose="02040604050505020304" pitchFamily="18" charset="0"/>
              </a:rPr>
              <a:t>Finite Context (Short Context) – Use the model’s context window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sz="1600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sz="1600" dirty="0">
                <a:latin typeface="Century" panose="02040604050505020304" pitchFamily="18" charset="0"/>
              </a:rPr>
              <a:t>Large Context (Long Context) – Use an architectural pattern to handle more info</a:t>
            </a:r>
          </a:p>
        </p:txBody>
      </p:sp>
    </p:spTree>
    <p:extLst>
      <p:ext uri="{BB962C8B-B14F-4D97-AF65-F5344CB8AC3E}">
        <p14:creationId xmlns:p14="http://schemas.microsoft.com/office/powerpoint/2010/main" val="1199782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138C-BD14-F1F1-2913-28870F93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AA84-345F-06D2-9CA8-51B1D1CF1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Destructuring Non-Determinism: Algorithmic &amp; Hardware Layers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879EF-9374-CCE9-ECED-2554C7C2A4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241" b="54203"/>
          <a:stretch>
            <a:fillRect/>
          </a:stretch>
        </p:blipFill>
        <p:spPr>
          <a:xfrm>
            <a:off x="1789795" y="887896"/>
            <a:ext cx="7615178" cy="565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3696-A692-F710-841F-4F1B199E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7EC3-E83C-E12F-AE78-454C065A2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Summary &amp; Systems Engineering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37DB6-682B-9F74-FA61-F485499AAD6C}"/>
              </a:ext>
            </a:extLst>
          </p:cNvPr>
          <p:cNvSpPr txBox="1"/>
          <p:nvPr/>
        </p:nvSpPr>
        <p:spPr>
          <a:xfrm>
            <a:off x="609600" y="1192696"/>
            <a:ext cx="9130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Tokenization – Manage token budgets to optimize API costs,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Context Windows – Optimize GPU memory and inference performance using KV Caching, RAG, Summarization.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Non-Determinism - Use JSON Schema validation, and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1341404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E9A61C8D-650B-4B4C-892E-D4D4528490F6}">
  <we:reference id="WA200010215" version="2.0.0.1" store="Omex" storeType="OMEX"/>
  <we:alternateReferences>
    <we:reference id="WA200010215" version="2.0.0.1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5943C13-98E0-664B-B649-8D6A62EFA20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f9f1eec-d4f0-4f9a-a0eb-27421a8416ac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7EF8C04-6B26-5E4C-93F2-369FA08309A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ed8ce58-00b1-405b-a940-a66239074de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1469</TotalTime>
  <Words>211</Words>
  <Application>Microsoft Macintosh PowerPoint</Application>
  <PresentationFormat>Widescreen</PresentationFormat>
  <Paragraphs>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Century</vt:lpstr>
      <vt:lpstr>Century Gothic</vt:lpstr>
      <vt:lpstr>Wingdings 3</vt:lpstr>
      <vt:lpstr>Ion</vt:lpstr>
      <vt:lpstr>Tech Interview Prep:  Core LLM Foundations &amp; Systems Architecture  “Explain how tokenization works, how context window limits affect application architecture, and why Large Language Models exhibit non-deterministic behavior.”   Title &amp; Architectural Roadmap  Title: Deconstructuring the LLM Runtime: Tokenization, Context Scaling, and Determinism  1) Tokenization (how text becomes tokens) 2) Context Window (why context window has limits) 3) Non-Determinism (why outputs are different for same prompts)</vt:lpstr>
      <vt:lpstr>Deep-Dive: Tokenization Under the Hood</vt:lpstr>
      <vt:lpstr>Context Windows: Computational Bounds &amp; Memory Scaling</vt:lpstr>
      <vt:lpstr>Application Architecture for Finite &amp; Large Contexts</vt:lpstr>
      <vt:lpstr>Destructuring Non-Determinism: Algorithmic &amp; Hardware Layers</vt:lpstr>
      <vt:lpstr>Summary &amp; Systems Engineering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 Dara</dc:creator>
  <cp:lastModifiedBy>Sen Dara</cp:lastModifiedBy>
  <cp:revision>3</cp:revision>
  <dcterms:created xsi:type="dcterms:W3CDTF">2026-10-08T05:19:11Z</dcterms:created>
  <dcterms:modified xsi:type="dcterms:W3CDTF">2026-10-09T06:46:21Z</dcterms:modified>
</cp:coreProperties>
</file>